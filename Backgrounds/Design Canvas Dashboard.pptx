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64" r:id="rId2"/>
    <p:sldId id="26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62CD"/>
    <a:srgbClr val="3B79DC"/>
    <a:srgbClr val="28A18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8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2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41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61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6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3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4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92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27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55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8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8" r:id="rId6"/>
    <p:sldLayoutId id="2147483664" r:id="rId7"/>
    <p:sldLayoutId id="2147483665" r:id="rId8"/>
    <p:sldLayoutId id="2147483666" r:id="rId9"/>
    <p:sldLayoutId id="2147483667" r:id="rId10"/>
    <p:sldLayoutId id="214748366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F475-2326-9F43-81A2-E853EAE2C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EE9BD9-1ED1-8283-84D2-35BC1FD51D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62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10349D-1E2F-F4F3-BA62-5D411E57BCBF}"/>
              </a:ext>
            </a:extLst>
          </p:cNvPr>
          <p:cNvSpPr/>
          <p:nvPr/>
        </p:nvSpPr>
        <p:spPr>
          <a:xfrm>
            <a:off x="97735" y="79513"/>
            <a:ext cx="11996530" cy="6689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6B0BE-E81B-73CF-208E-42F9C4F5D2F3}"/>
              </a:ext>
            </a:extLst>
          </p:cNvPr>
          <p:cNvSpPr/>
          <p:nvPr/>
        </p:nvSpPr>
        <p:spPr>
          <a:xfrm>
            <a:off x="97735" y="89453"/>
            <a:ext cx="11996529" cy="6559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AD992C-8EB9-DDFD-3258-A8FFA737C622}"/>
              </a:ext>
            </a:extLst>
          </p:cNvPr>
          <p:cNvSpPr/>
          <p:nvPr/>
        </p:nvSpPr>
        <p:spPr>
          <a:xfrm>
            <a:off x="97736" y="864703"/>
            <a:ext cx="1691308" cy="5903843"/>
          </a:xfrm>
          <a:prstGeom prst="rect">
            <a:avLst/>
          </a:prstGeom>
          <a:solidFill>
            <a:srgbClr val="3B79D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2AD5DFE-46E2-F32A-1F9B-69BE49D076E5}"/>
              </a:ext>
            </a:extLst>
          </p:cNvPr>
          <p:cNvSpPr/>
          <p:nvPr/>
        </p:nvSpPr>
        <p:spPr>
          <a:xfrm>
            <a:off x="1871874" y="864703"/>
            <a:ext cx="1949725" cy="993914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2DD1877-B0A1-4FF8-790C-DB7DBBDD7BAD}"/>
              </a:ext>
            </a:extLst>
          </p:cNvPr>
          <p:cNvSpPr/>
          <p:nvPr/>
        </p:nvSpPr>
        <p:spPr>
          <a:xfrm>
            <a:off x="3919333" y="864703"/>
            <a:ext cx="1949725" cy="993914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8F41413-FCDF-AEDD-DF86-F06876FA77C6}"/>
              </a:ext>
            </a:extLst>
          </p:cNvPr>
          <p:cNvSpPr/>
          <p:nvPr/>
        </p:nvSpPr>
        <p:spPr>
          <a:xfrm>
            <a:off x="5966792" y="864703"/>
            <a:ext cx="1949725" cy="993914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48F1713-366B-3B99-8A99-F642FC2A4C4E}"/>
              </a:ext>
            </a:extLst>
          </p:cNvPr>
          <p:cNvSpPr/>
          <p:nvPr/>
        </p:nvSpPr>
        <p:spPr>
          <a:xfrm>
            <a:off x="8014251" y="864703"/>
            <a:ext cx="1949725" cy="993914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9962178-30C6-A1F9-F6E7-F1530708E2DE}"/>
              </a:ext>
            </a:extLst>
          </p:cNvPr>
          <p:cNvSpPr/>
          <p:nvPr/>
        </p:nvSpPr>
        <p:spPr>
          <a:xfrm>
            <a:off x="10061710" y="864703"/>
            <a:ext cx="1949725" cy="993914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FEF52FF9-8BE7-A9D3-6905-7953F1FAFE7F}"/>
              </a:ext>
            </a:extLst>
          </p:cNvPr>
          <p:cNvSpPr/>
          <p:nvPr/>
        </p:nvSpPr>
        <p:spPr>
          <a:xfrm>
            <a:off x="1939235" y="920751"/>
            <a:ext cx="346766" cy="357808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FB3F75A6-0DD0-4309-970A-3B9AEE688C4C}"/>
              </a:ext>
            </a:extLst>
          </p:cNvPr>
          <p:cNvSpPr/>
          <p:nvPr/>
        </p:nvSpPr>
        <p:spPr>
          <a:xfrm>
            <a:off x="3983935" y="920751"/>
            <a:ext cx="346766" cy="357808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76836DC2-CABE-FF8C-C473-7695832A3CDC}"/>
              </a:ext>
            </a:extLst>
          </p:cNvPr>
          <p:cNvSpPr/>
          <p:nvPr/>
        </p:nvSpPr>
        <p:spPr>
          <a:xfrm>
            <a:off x="6028635" y="920751"/>
            <a:ext cx="346766" cy="357808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2BA219FD-65DB-F0D7-696C-D8F4051E63D9}"/>
              </a:ext>
            </a:extLst>
          </p:cNvPr>
          <p:cNvSpPr/>
          <p:nvPr/>
        </p:nvSpPr>
        <p:spPr>
          <a:xfrm>
            <a:off x="8079685" y="920751"/>
            <a:ext cx="346766" cy="357808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9F5641C2-B80F-0B90-BD2A-74667A79EF2F}"/>
              </a:ext>
            </a:extLst>
          </p:cNvPr>
          <p:cNvSpPr/>
          <p:nvPr/>
        </p:nvSpPr>
        <p:spPr>
          <a:xfrm>
            <a:off x="10130182" y="920751"/>
            <a:ext cx="346766" cy="357808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D6323D2-9CBE-E464-53D1-3719EC0E5287}"/>
              </a:ext>
            </a:extLst>
          </p:cNvPr>
          <p:cNvSpPr/>
          <p:nvPr/>
        </p:nvSpPr>
        <p:spPr>
          <a:xfrm>
            <a:off x="1870849" y="1956704"/>
            <a:ext cx="3310751" cy="231108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716F8677-E78A-ACF5-1B2C-6995001711CC}"/>
              </a:ext>
            </a:extLst>
          </p:cNvPr>
          <p:cNvSpPr/>
          <p:nvPr/>
        </p:nvSpPr>
        <p:spPr>
          <a:xfrm>
            <a:off x="5286279" y="1956704"/>
            <a:ext cx="3310751" cy="231108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CCFB94C-7B4F-6885-932D-0EC6D6802047}"/>
              </a:ext>
            </a:extLst>
          </p:cNvPr>
          <p:cNvSpPr/>
          <p:nvPr/>
        </p:nvSpPr>
        <p:spPr>
          <a:xfrm>
            <a:off x="8701709" y="1956704"/>
            <a:ext cx="3310751" cy="231108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90BBFCE-D4D4-522A-D9B5-A3F1D15F2C46}"/>
              </a:ext>
            </a:extLst>
          </p:cNvPr>
          <p:cNvSpPr/>
          <p:nvPr/>
        </p:nvSpPr>
        <p:spPr>
          <a:xfrm>
            <a:off x="1886779" y="4362626"/>
            <a:ext cx="3310751" cy="231108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CA94643-1BB2-1EF5-9F5B-47156CA85AB8}"/>
              </a:ext>
            </a:extLst>
          </p:cNvPr>
          <p:cNvSpPr/>
          <p:nvPr/>
        </p:nvSpPr>
        <p:spPr>
          <a:xfrm>
            <a:off x="5302209" y="4362626"/>
            <a:ext cx="3310751" cy="231108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D85D098-702D-7B1E-36C1-A4934667C926}"/>
              </a:ext>
            </a:extLst>
          </p:cNvPr>
          <p:cNvSpPr/>
          <p:nvPr/>
        </p:nvSpPr>
        <p:spPr>
          <a:xfrm>
            <a:off x="8717639" y="4362626"/>
            <a:ext cx="3310751" cy="231108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7" name="Picture 76" descr="A blue cross with a white line&#10;&#10;AI-generated content may be incorrect.">
            <a:extLst>
              <a:ext uri="{FF2B5EF4-FFF2-40B4-BE49-F238E27FC236}">
                <a16:creationId xmlns:a16="http://schemas.microsoft.com/office/drawing/2014/main" id="{4F4B7CF2-9468-CE88-E9E4-9469C5BE8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88" y="222048"/>
            <a:ext cx="388681" cy="388681"/>
          </a:xfrm>
          <a:prstGeom prst="rect">
            <a:avLst/>
          </a:prstGeom>
        </p:spPr>
      </p:pic>
      <p:pic>
        <p:nvPicPr>
          <p:cNvPr id="79" name="Picture 78" descr="A white silhouette of a person with a cross on it&#10;&#10;AI-generated content may be incorrect.">
            <a:extLst>
              <a:ext uri="{FF2B5EF4-FFF2-40B4-BE49-F238E27FC236}">
                <a16:creationId xmlns:a16="http://schemas.microsoft.com/office/drawing/2014/main" id="{E7768E6D-2215-F1AB-7C81-1AE50C920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480" y="980209"/>
            <a:ext cx="221592" cy="221592"/>
          </a:xfrm>
          <a:prstGeom prst="rect">
            <a:avLst/>
          </a:prstGeom>
        </p:spPr>
      </p:pic>
      <p:pic>
        <p:nvPicPr>
          <p:cNvPr id="81" name="Picture 80" descr="A white icon of a money bag and stacks of coins&#10;&#10;AI-generated content may be incorrect.">
            <a:extLst>
              <a:ext uri="{FF2B5EF4-FFF2-40B4-BE49-F238E27FC236}">
                <a16:creationId xmlns:a16="http://schemas.microsoft.com/office/drawing/2014/main" id="{1C48A064-5CAE-F3E2-2D70-EE72685F4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937" y="989115"/>
            <a:ext cx="201387" cy="201387"/>
          </a:xfrm>
          <a:prstGeom prst="rect">
            <a:avLst/>
          </a:prstGeom>
        </p:spPr>
      </p:pic>
      <p:pic>
        <p:nvPicPr>
          <p:cNvPr id="83" name="Picture 82" descr="A white icon of a doctor and a person&#10;&#10;AI-generated content may be incorrect.">
            <a:extLst>
              <a:ext uri="{FF2B5EF4-FFF2-40B4-BE49-F238E27FC236}">
                <a16:creationId xmlns:a16="http://schemas.microsoft.com/office/drawing/2014/main" id="{495EC598-405F-8517-97FE-58A9EA55EB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451" y="977240"/>
            <a:ext cx="227697" cy="227697"/>
          </a:xfrm>
          <a:prstGeom prst="rect">
            <a:avLst/>
          </a:prstGeom>
        </p:spPr>
      </p:pic>
      <p:pic>
        <p:nvPicPr>
          <p:cNvPr id="85" name="Picture 84" descr="A white stopwatch and ruler&#10;&#10;AI-generated content may be incorrect.">
            <a:extLst>
              <a:ext uri="{FF2B5EF4-FFF2-40B4-BE49-F238E27FC236}">
                <a16:creationId xmlns:a16="http://schemas.microsoft.com/office/drawing/2014/main" id="{7F269212-AA61-0909-B4FB-AEB87BFC79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396" y="983889"/>
            <a:ext cx="206613" cy="206613"/>
          </a:xfrm>
          <a:prstGeom prst="rect">
            <a:avLst/>
          </a:prstGeom>
        </p:spPr>
      </p:pic>
      <p:pic>
        <p:nvPicPr>
          <p:cNvPr id="87" name="Picture 86" descr="A white line drawing of a gear with a dollar sign&#10;&#10;AI-generated content may be incorrect.">
            <a:extLst>
              <a:ext uri="{FF2B5EF4-FFF2-40B4-BE49-F238E27FC236}">
                <a16:creationId xmlns:a16="http://schemas.microsoft.com/office/drawing/2014/main" id="{16FE820B-21DA-D1F8-15DD-268BFA3242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442" y="993624"/>
            <a:ext cx="207819" cy="20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2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C12A-F890-6134-7A7D-D8388D4D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19BC5B-E8F8-7D3C-5179-396CF7D86C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62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9F2222-3106-71FA-AAD5-EB64AE1A0593}"/>
              </a:ext>
            </a:extLst>
          </p:cNvPr>
          <p:cNvSpPr/>
          <p:nvPr/>
        </p:nvSpPr>
        <p:spPr>
          <a:xfrm>
            <a:off x="97735" y="79513"/>
            <a:ext cx="11996530" cy="6689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6628D-BA4F-8C35-2149-1AA328D74EF9}"/>
              </a:ext>
            </a:extLst>
          </p:cNvPr>
          <p:cNvSpPr/>
          <p:nvPr/>
        </p:nvSpPr>
        <p:spPr>
          <a:xfrm>
            <a:off x="97735" y="89453"/>
            <a:ext cx="11996529" cy="6559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DB29AC-6F82-C0EB-0DAA-DDBA6AE9AFD7}"/>
              </a:ext>
            </a:extLst>
          </p:cNvPr>
          <p:cNvSpPr/>
          <p:nvPr/>
        </p:nvSpPr>
        <p:spPr>
          <a:xfrm>
            <a:off x="97736" y="864703"/>
            <a:ext cx="1691308" cy="5903843"/>
          </a:xfrm>
          <a:prstGeom prst="rect">
            <a:avLst/>
          </a:prstGeom>
          <a:solidFill>
            <a:srgbClr val="3B79D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CA6FCDE-DA30-4A0F-2A6F-C580A98524E4}"/>
              </a:ext>
            </a:extLst>
          </p:cNvPr>
          <p:cNvSpPr/>
          <p:nvPr/>
        </p:nvSpPr>
        <p:spPr>
          <a:xfrm>
            <a:off x="1886778" y="864702"/>
            <a:ext cx="3468018" cy="1612558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D1BD9C3-F31B-D520-7B16-BEE3C585F815}"/>
              </a:ext>
            </a:extLst>
          </p:cNvPr>
          <p:cNvSpPr/>
          <p:nvPr/>
        </p:nvSpPr>
        <p:spPr>
          <a:xfrm>
            <a:off x="1886779" y="4827639"/>
            <a:ext cx="3468019" cy="1826409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430A83B-A4D7-532B-CC24-B264737A27E8}"/>
              </a:ext>
            </a:extLst>
          </p:cNvPr>
          <p:cNvSpPr/>
          <p:nvPr/>
        </p:nvSpPr>
        <p:spPr>
          <a:xfrm>
            <a:off x="5452533" y="864702"/>
            <a:ext cx="6502400" cy="3848436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7" name="Picture 76" descr="A blue cross with a white line&#10;&#10;AI-generated content may be incorrect.">
            <a:extLst>
              <a:ext uri="{FF2B5EF4-FFF2-40B4-BE49-F238E27FC236}">
                <a16:creationId xmlns:a16="http://schemas.microsoft.com/office/drawing/2014/main" id="{AFCC43A0-FDAD-86F7-CF07-43CF75294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88" y="222048"/>
            <a:ext cx="388681" cy="388681"/>
          </a:xfrm>
          <a:prstGeom prst="rect">
            <a:avLst/>
          </a:prstGeom>
        </p:spPr>
      </p:pic>
      <p:pic>
        <p:nvPicPr>
          <p:cNvPr id="85" name="Picture 84" descr="A white stopwatch and ruler&#10;&#10;AI-generated content may be incorrect.">
            <a:extLst>
              <a:ext uri="{FF2B5EF4-FFF2-40B4-BE49-F238E27FC236}">
                <a16:creationId xmlns:a16="http://schemas.microsoft.com/office/drawing/2014/main" id="{F933AA9F-4559-3BF1-E645-04586FE0C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396" y="983889"/>
            <a:ext cx="206613" cy="206613"/>
          </a:xfrm>
          <a:prstGeom prst="rect">
            <a:avLst/>
          </a:prstGeom>
        </p:spPr>
      </p:pic>
      <p:pic>
        <p:nvPicPr>
          <p:cNvPr id="87" name="Picture 86" descr="A white line drawing of a gear with a dollar sign&#10;&#10;AI-generated content may be incorrect.">
            <a:extLst>
              <a:ext uri="{FF2B5EF4-FFF2-40B4-BE49-F238E27FC236}">
                <a16:creationId xmlns:a16="http://schemas.microsoft.com/office/drawing/2014/main" id="{1D7A2BDD-D257-7D95-8964-E8F90A1CC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442" y="993624"/>
            <a:ext cx="207819" cy="20781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D81FEC-CBD6-B005-5EFB-09ED5AA2CFCB}"/>
              </a:ext>
            </a:extLst>
          </p:cNvPr>
          <p:cNvSpPr/>
          <p:nvPr/>
        </p:nvSpPr>
        <p:spPr>
          <a:xfrm>
            <a:off x="5473329" y="4827639"/>
            <a:ext cx="6481604" cy="1826408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D46A45-8977-D0EC-ECD9-055F2C9A6ED6}"/>
              </a:ext>
            </a:extLst>
          </p:cNvPr>
          <p:cNvSpPr/>
          <p:nvPr/>
        </p:nvSpPr>
        <p:spPr>
          <a:xfrm>
            <a:off x="1886777" y="2591761"/>
            <a:ext cx="3468019" cy="2121377"/>
          </a:xfrm>
          <a:prstGeom prst="roundRect">
            <a:avLst>
              <a:gd name="adj" fmla="val 706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6538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Grandview Display</vt:lpstr>
      <vt:lpstr>DashVTI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Aldrich Revelin</dc:creator>
  <cp:lastModifiedBy>Muhammad Aldrich Revelin</cp:lastModifiedBy>
  <cp:revision>12</cp:revision>
  <dcterms:created xsi:type="dcterms:W3CDTF">2025-07-14T04:40:12Z</dcterms:created>
  <dcterms:modified xsi:type="dcterms:W3CDTF">2025-12-16T06:00:27Z</dcterms:modified>
</cp:coreProperties>
</file>